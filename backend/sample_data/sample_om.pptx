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900 Congress Avenue, Austin, TX 78701 Offering Memorandum. 900 Congress Avenue is a 210,000 square feet office building built in 2019, located in the Austin CBD submarket, a dense urban submarket. The property is 88% leased. Tenants include several technology tenants.</a:t>
            </a:r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5486400" cy="2743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18288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